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eb2846ef04abe" /><Relationship Type="http://schemas.openxmlformats.org/officeDocument/2006/relationships/extended-properties" Target="/docProps/app.xml" Id="R7da2d4e024034e49" /><Relationship Type="http://schemas.openxmlformats.org/officeDocument/2006/relationships/officeDocument" Target="/ppt/presentation.xml" Id="R54b9e94ce0b144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566c8c413b4b08"/>
  </p:sldMasterIdLst>
  <p:notesMasterIdLst>
    <p:notesMasterId xmlns:r="http://schemas.openxmlformats.org/officeDocument/2006/relationships" r:id="Ra08196dbe7ea4c6b"/>
  </p:notesMasterIdLst>
  <p:sldIdLst>
    <p:sldId xmlns:r="http://schemas.openxmlformats.org/officeDocument/2006/relationships" id="256" r:id="Rb7f8844b430643b6"/>
    <p:sldId xmlns:r="http://schemas.openxmlformats.org/officeDocument/2006/relationships" id="257" r:id="Ra8d4d96339494103"/>
    <p:sldId xmlns:r="http://schemas.openxmlformats.org/officeDocument/2006/relationships" id="258" r:id="R1c4aeb26f4a4406a"/>
    <p:sldId xmlns:r="http://schemas.openxmlformats.org/officeDocument/2006/relationships" id="259" r:id="R205dae05375d4a11"/>
    <p:sldId xmlns:r="http://schemas.openxmlformats.org/officeDocument/2006/relationships" id="260" r:id="R5e7b8436a1114631"/>
    <p:sldId xmlns:r="http://schemas.openxmlformats.org/officeDocument/2006/relationships" id="261" r:id="R8ee60df49ce64711"/>
    <p:sldId xmlns:r="http://schemas.openxmlformats.org/officeDocument/2006/relationships" id="262" r:id="R894b3af3310e4bbc"/>
    <p:sldId xmlns:r="http://schemas.openxmlformats.org/officeDocument/2006/relationships" id="263" r:id="R9411fe59e3d84dc0"/>
    <p:sldId xmlns:r="http://schemas.openxmlformats.org/officeDocument/2006/relationships" id="264" r:id="R611322fb24094f67"/>
    <p:sldId xmlns:r="http://schemas.openxmlformats.org/officeDocument/2006/relationships" id="265" r:id="Rc10f838f52d240c3"/>
    <p:sldId xmlns:r="http://schemas.openxmlformats.org/officeDocument/2006/relationships" id="266" r:id="R2eecf5b2c5a64656"/>
    <p:sldId xmlns:r="http://schemas.openxmlformats.org/officeDocument/2006/relationships" id="267" r:id="R733b6f527e47451e"/>
    <p:sldId xmlns:r="http://schemas.openxmlformats.org/officeDocument/2006/relationships" id="268" r:id="Rbec71639775748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8003c4e45d440f" /><Relationship Type="http://schemas.openxmlformats.org/officeDocument/2006/relationships/slideMaster" Target="/ppt/slideMasters/slideMaster1.xml" Id="Rea566c8c413b4b08" /><Relationship Type="http://schemas.openxmlformats.org/officeDocument/2006/relationships/notesMaster" Target="/ppt/notesMasters/notesMaster1.xml" Id="Ra08196dbe7ea4c6b" /><Relationship Type="http://schemas.openxmlformats.org/officeDocument/2006/relationships/presProps" Target="/ppt/presProps.xml" Id="R9bf9ad9b0fb5428b" /><Relationship Type="http://schemas.openxmlformats.org/officeDocument/2006/relationships/tableStyles" Target="/ppt/tableStyles.xml" Id="Ra50564757d10433e" /><Relationship Type="http://schemas.openxmlformats.org/officeDocument/2006/relationships/slide" Target="/ppt/slides/slide1.xml" Id="Rb7f8844b430643b6" /><Relationship Type="http://schemas.openxmlformats.org/officeDocument/2006/relationships/slide" Target="/ppt/slides/slide2.xml" Id="Ra8d4d96339494103" /><Relationship Type="http://schemas.openxmlformats.org/officeDocument/2006/relationships/slide" Target="/ppt/slides/slide3.xml" Id="R1c4aeb26f4a4406a" /><Relationship Type="http://schemas.openxmlformats.org/officeDocument/2006/relationships/slide" Target="/ppt/slides/slide4.xml" Id="R205dae05375d4a11" /><Relationship Type="http://schemas.openxmlformats.org/officeDocument/2006/relationships/slide" Target="/ppt/slides/slide5.xml" Id="R5e7b8436a1114631" /><Relationship Type="http://schemas.openxmlformats.org/officeDocument/2006/relationships/slide" Target="/ppt/slides/slide6.xml" Id="R8ee60df49ce64711" /><Relationship Type="http://schemas.openxmlformats.org/officeDocument/2006/relationships/slide" Target="/ppt/slides/slide7.xml" Id="R894b3af3310e4bbc" /><Relationship Type="http://schemas.openxmlformats.org/officeDocument/2006/relationships/slide" Target="/ppt/slides/slide8.xml" Id="R9411fe59e3d84dc0" /><Relationship Type="http://schemas.openxmlformats.org/officeDocument/2006/relationships/slide" Target="/ppt/slides/slide9.xml" Id="R611322fb24094f67" /><Relationship Type="http://schemas.openxmlformats.org/officeDocument/2006/relationships/slide" Target="/ppt/slides/slide10.xml" Id="Rc10f838f52d240c3" /><Relationship Type="http://schemas.openxmlformats.org/officeDocument/2006/relationships/slide" Target="/ppt/slides/slide11.xml" Id="R2eecf5b2c5a64656" /><Relationship Type="http://schemas.openxmlformats.org/officeDocument/2006/relationships/slide" Target="/ppt/slides/slide12.xml" Id="R733b6f527e47451e" /><Relationship Type="http://schemas.openxmlformats.org/officeDocument/2006/relationships/slide" Target="/ppt/slides/slide13.xml" Id="Rbec71639775748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e9fe9cfa844b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165b1a7074b89" /><Relationship Type="http://schemas.openxmlformats.org/officeDocument/2006/relationships/notesMaster" Target="/ppt/notesMasters/notesMaster1.xml" Id="R27a4ab4ff81747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a4303d89c9465f" /><Relationship Type="http://schemas.openxmlformats.org/officeDocument/2006/relationships/notesMaster" Target="/ppt/notesMasters/notesMaster1.xml" Id="R78a9c38fff8f4d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d3950ff2064c7e" /><Relationship Type="http://schemas.openxmlformats.org/officeDocument/2006/relationships/notesMaster" Target="/ppt/notesMasters/notesMaster1.xml" Id="Rb247e09eaf1a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832daf107b48e6" /><Relationship Type="http://schemas.openxmlformats.org/officeDocument/2006/relationships/notesMaster" Target="/ppt/notesMasters/notesMaster1.xml" Id="Re17aa8830f574b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1bbde4ec4449cc" /><Relationship Type="http://schemas.openxmlformats.org/officeDocument/2006/relationships/notesMaster" Target="/ppt/notesMasters/notesMaster1.xml" Id="R93fed443755d45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27cbdc83354398" /><Relationship Type="http://schemas.openxmlformats.org/officeDocument/2006/relationships/notesMaster" Target="/ppt/notesMasters/notesMaster1.xml" Id="Rd26f5bfd776241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dc19d7901c4a9a" /><Relationship Type="http://schemas.openxmlformats.org/officeDocument/2006/relationships/notesMaster" Target="/ppt/notesMasters/notesMaster1.xml" Id="Rd3c4707c800547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09501d428c43e0" /><Relationship Type="http://schemas.openxmlformats.org/officeDocument/2006/relationships/notesMaster" Target="/ppt/notesMasters/notesMaster1.xml" Id="R08d7a98e502849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36dd88d2354c3d" /><Relationship Type="http://schemas.openxmlformats.org/officeDocument/2006/relationships/notesMaster" Target="/ppt/notesMasters/notesMaster1.xml" Id="R0ef6eaa2792a40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9bcbd649f641e7" /><Relationship Type="http://schemas.openxmlformats.org/officeDocument/2006/relationships/notesMaster" Target="/ppt/notesMasters/notesMaster1.xml" Id="R330c73b18dbd4a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19844138134c64" /><Relationship Type="http://schemas.openxmlformats.org/officeDocument/2006/relationships/notesMaster" Target="/ppt/notesMasters/notesMaster1.xml" Id="Rff51e335998045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43bb4855e94505" /><Relationship Type="http://schemas.openxmlformats.org/officeDocument/2006/relationships/notesMaster" Target="/ppt/notesMasters/notesMaster1.xml" Id="Rebaf057e52fd4c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1b9384d0cc47e7" /><Relationship Type="http://schemas.openxmlformats.org/officeDocument/2006/relationships/notesMaster" Target="/ppt/notesMasters/notesMaster1.xml" Id="R9a9b6a808128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실버온은 실버타운을 알아보는 과정에서 찾은 정보를 같은 기준으로 정리하는 앱입니다.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프로젝트는 정보를 많이 나열하는 것보다 사용자가 직접 확인하고 정리하는 과정을 돕는 데 집중했습니다.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건강이나 자격을 자동으로 판단하지 않고, 다음 행동을 쉽게 정리하는 도구로 설계했습니다.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NotebookLM의 답변은 제품 아이디어를 얻는 데 활용하고, 최종 사실은 공식 안내를 기준으로 확인했습니다. 마이홈은 가져오기에 실패해 분석 근거에서 제외했습니다.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이름에 실버타운이 들어간다는 이유만으로 같은 조건이라고 생각하지 않도록 공식 확인 링크를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전국 기본형은 지역별 탐색을 지원한다는 의미입니다. 실시간 전국 공실이나 가격 정보가 있다는 뜻은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직접 확인한 내용을 후보별로 기록해 나중에 다시 찾아볼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비교표의 목적은 임의로 1등을 추천하는 것이 아니라 확인한 차이를 보여주는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계산기는 확정 견적이나 투자 분석이 아니라, 상담 중 들은 항목을 빠짐없이 더해보는 기능입니다.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 목록은 상담 준비 예시이며 계약서와 공식 답변을 직접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서버나 비밀 API 키 없이 시작할 수 있는 수업용 구조입니다. 브라우저 데이터 삭제 전에 내보내기로 백업해야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제출물은 저장소 주소, 실행 주소, 실행 화면 캡처로 확인할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결과물은 전국 기본형 탐색·정리 도구입니다. 시설 알선이나 계약·의료 판단을 대신하지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기획 근거: NotebookLM 실버온 노트북 https://notebook.google.com/notebook/b2444d0b-8e0d-41c7-8f90-854d05af4925</a:t>
            </a:r>
          </a:p>
          <a:p xmlns:a="http://schemas.openxmlformats.org/drawingml/2006/main">
            <a:r>
              <a:t>공식 자료: https://www.mohw.go.kr/menu.es?mid=a10712010500</a:t>
            </a:r>
          </a:p>
          <a:p xmlns:a="http://schemas.openxmlformats.org/drawingml/2006/main">
            <a:r>
              <a:t>제품 기능은 수업용 설계. 미확인 비용·공실·입주자격을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c06111ab940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4ae7c16f443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a763e8e2f44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a298855d047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281e1977a46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275de65c2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5EC118-8CC0-48B2-8E1C-436AB6F93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2DE319-E130-42CD-A191-923F42D561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21E757-CD11-4B94-BB7B-66F2ACAFD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709B58-B4F4-464E-9E57-EF1E39774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51137D-0B60-4CEB-9F4E-A8EBB40D0B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F9CE2A-201E-4D37-9F18-26F5EEAAB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FE096F-A2BF-4BE6-87F3-0FFB26CC81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4D0CD4-9CEC-479C-97BE-82C40182F0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2873F1-47E0-4686-8F67-E0BECFE3FC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A0F243-3BB3-459A-9FF2-E701D25F73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6b5e5f4934455b" /><Relationship Type="http://schemas.openxmlformats.org/officeDocument/2006/relationships/slideLayout" Target="/ppt/slideLayouts/slideLayout1.xml" Id="R0ce6f460855e4e8e" /><Relationship Type="http://schemas.openxmlformats.org/officeDocument/2006/relationships/slideLayout" Target="/ppt/slideLayouts/slideLayout2.xml" Id="R10962504f36c4b91" /><Relationship Type="http://schemas.openxmlformats.org/officeDocument/2006/relationships/slideLayout" Target="/ppt/slideLayouts/slideLayout3.xml" Id="R38890389b7034268" /><Relationship Type="http://schemas.openxmlformats.org/officeDocument/2006/relationships/slideLayout" Target="/ppt/slideLayouts/slideLayout4.xml" Id="R969f0201ce734e58" /><Relationship Type="http://schemas.openxmlformats.org/officeDocument/2006/relationships/slideLayout" Target="/ppt/slideLayouts/slideLayout5.xml" Id="R6dfbe6899bde408a" /><Relationship Type="http://schemas.openxmlformats.org/officeDocument/2006/relationships/slideLayout" Target="/ppt/slideLayouts/slideLayout6.xml" Id="R70f235d8dd5944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e6f460855e4e8e"/>
    <p:sldLayoutId xmlns:r="http://schemas.openxmlformats.org/officeDocument/2006/relationships" id="2147483650" r:id="R10962504f36c4b91"/>
    <p:sldLayoutId xmlns:r="http://schemas.openxmlformats.org/officeDocument/2006/relationships" id="2147483651" r:id="R38890389b7034268"/>
    <p:sldLayoutId xmlns:r="http://schemas.openxmlformats.org/officeDocument/2006/relationships" id="2147483652" r:id="R969f0201ce734e58"/>
    <p:sldLayoutId xmlns:r="http://schemas.openxmlformats.org/officeDocument/2006/relationships" id="2147483653" r:id="R6dfbe6899bde408a"/>
    <p:sldLayoutId xmlns:r="http://schemas.openxmlformats.org/officeDocument/2006/relationships" id="2147483654" r:id="R70f235d8dd5944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1f5599ca7407b" /><Relationship Type="http://schemas.openxmlformats.org/officeDocument/2006/relationships/notesSlide" Target="/ppt/notesSlides/notesSlide1.xml" Id="Rc8f406c744b74d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8392b773743b6" /><Relationship Type="http://schemas.openxmlformats.org/officeDocument/2006/relationships/notesSlide" Target="/ppt/notesSlides/notesSlide2.xml" Id="R60706d9a71f34d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83b674dc6a4b6c" /><Relationship Type="http://schemas.openxmlformats.org/officeDocument/2006/relationships/notesSlide" Target="/ppt/notesSlides/notesSlide3.xml" Id="R21ea92c172464a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feafa85b34009" /><Relationship Type="http://schemas.openxmlformats.org/officeDocument/2006/relationships/image" Target="/ppt/media/image.jpeg" Id="Ra60d067ed2664115" /><Relationship Type="http://schemas.openxmlformats.org/officeDocument/2006/relationships/notesSlide" Target="/ppt/notesSlides/notesSlide4.xml" Id="Rb73986eb0a1b4b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2eb64ff8441a0" /><Relationship Type="http://schemas.openxmlformats.org/officeDocument/2006/relationships/notesSlide" Target="/ppt/notesSlides/notesSlide5.xml" Id="Rc47a113aeb0042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803f3e6d04ef5" /><Relationship Type="http://schemas.openxmlformats.org/officeDocument/2006/relationships/image" Target="/ppt/media/image2.jpeg" Id="R613375e25a9c4503" /><Relationship Type="http://schemas.openxmlformats.org/officeDocument/2006/relationships/notesSlide" Target="/ppt/notesSlides/notesSlide6.xml" Id="Rd8eac358c71745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74794a5a04ae7" /><Relationship Type="http://schemas.openxmlformats.org/officeDocument/2006/relationships/image" Target="/ppt/media/image3.jpeg" Id="Re1fab133c8e54ad7" /><Relationship Type="http://schemas.openxmlformats.org/officeDocument/2006/relationships/notesSlide" Target="/ppt/notesSlides/notesSlide7.xml" Id="R9b5fab8249e4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5c584b5e34a43" /><Relationship Type="http://schemas.openxmlformats.org/officeDocument/2006/relationships/image" Target="/ppt/media/image4.jpeg" Id="R6c59c248fe9e4462" /><Relationship Type="http://schemas.openxmlformats.org/officeDocument/2006/relationships/notesSlide" Target="/ppt/notesSlides/notesSlide8.xml" Id="Ref4a972526be44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53b2856d14d10" /><Relationship Type="http://schemas.openxmlformats.org/officeDocument/2006/relationships/notesSlide" Target="/ppt/notesSlides/notesSlide9.xml" Id="R27c6e9530c9949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a8c3bac1a4f09" /><Relationship Type="http://schemas.openxmlformats.org/officeDocument/2006/relationships/image" Target="/ppt/media/image5.jpeg" Id="R550de3ef322344cf" /><Relationship Type="http://schemas.openxmlformats.org/officeDocument/2006/relationships/notesSlide" Target="/ppt/notesSlides/notesSlide10.xml" Id="R173830f7995e40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350408c0048d5" /><Relationship Type="http://schemas.openxmlformats.org/officeDocument/2006/relationships/notesSlide" Target="/ppt/notesSlides/notesSlide11.xml" Id="R34e66ec88e3b40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4f971ac894a3c" /><Relationship Type="http://schemas.openxmlformats.org/officeDocument/2006/relationships/image" Target="/ppt/media/image6.jpeg" Id="R36727fe48a16495f" /><Relationship Type="http://schemas.openxmlformats.org/officeDocument/2006/relationships/notesSlide" Target="/ppt/notesSlides/notesSlide12.xml" Id="R490af5dc72054b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63f188d54423a" /><Relationship Type="http://schemas.openxmlformats.org/officeDocument/2006/relationships/notesSlide" Target="/ppt/notesSlides/notesSlide13.xml" Id="R9bb0c2d05b8144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5EDC2-4793-4EFA-BC65-AC1E0BB7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rPr>
              <a:t>01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2152C-1E5D-4BDD-9720-B817312C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rPr>
              <a:t>실버온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FE16F-F51E-48F4-9A12-8A468667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rPr>
              <a:t>SilverOn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9F0AF-DB4C-411A-9BDC-E0FA4F74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rPr>
              <a:t>내게 맞는 다음 집, 차근차근.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9D9CE-6198-4F7C-BC59-E57495D4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00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rPr>
              <a:t>전국 실버타운 탐색·후보 비교·상담 준비 정적웹앱</a:t>
            </a:r>
          </a:p>
          <a:p xmlns:a="http://schemas.openxmlformats.org/drawingml/2006/main">
            <a:pPr>
              <a:def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rPr>
              <a:t>장준혁 · AI 실무 수업 프로젝트</a:t>
            </a:r>
          </a:p>
        </p:txBody>
      </p:sp>
    </p:spTree>
    <p:extLst>
      <p:ext uri="{BB962C8B-B14F-4D97-AF65-F5344CB8AC3E}">
        <p14:creationId xmlns:p14="http://schemas.microsoft.com/office/powerpoint/2010/main" val="1162614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9934A-5BFD-496E-A1FC-FD64CAAB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02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77D3F-1CF7-4DDC-80F5-FBEF149C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실버타운 탐색의 어려움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4A60F-72A2-440D-8E54-F7A377C5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시설별 정보가 흩어져 있어 비교 기준을 정하기 어렵습니다.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AC5A0-85F2-42BD-BA28-C3D1337E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비용 항목과 상담 때 확인할 조건을 빠뜨리기 쉽습니다.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CEC23-BCAA-4DA9-91B0-4916813B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이 문제 정의는 제품 가설이며 실제 사용자 조사로 검증할 예정입니다.</a:t>
            </a:r>
          </a:p>
        </p:txBody>
      </p:sp>
    </p:spTree>
    <p:extLst>
      <p:ext uri="{BB962C8B-B14F-4D97-AF65-F5344CB8AC3E}">
        <p14:creationId xmlns:p14="http://schemas.microsoft.com/office/powerpoint/2010/main" val="824567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97E19-DFD0-4274-8443-6878BE53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03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D00E1-E1E8-4E60-B891-5D305E49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목표 사용자와 사용 상황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D9239-2ADE-4C99-86C4-D34F79B5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다음 주거를 준비하는 시니어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CB498-214F-44C7-8821-DE6A8D8E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함께 후보를 알아보는 가족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C1481-7522-405A-B1E7-709D4562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방문 상담 전에 후보와 질문을 정리하는 상황</a:t>
            </a:r>
          </a:p>
        </p:txBody>
      </p:sp>
    </p:spTree>
    <p:extLst>
      <p:ext uri="{BB962C8B-B14F-4D97-AF65-F5344CB8AC3E}">
        <p14:creationId xmlns:p14="http://schemas.microsoft.com/office/powerpoint/2010/main" val="1712028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41784-C8FD-4108-9702-AEC6969C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04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11DAC-9D6A-42D7-8B1A-A7DE55EF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공식 자료와 아이디어 수집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BB794-EC19-4F55-B69F-C241DFB4D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d067ed2664115"/>
          <a:stretch xmlns:a="http://schemas.openxmlformats.org/drawingml/2006/main"/>
        </p:blipFill>
        <p:spPr>
          <a:xfrm xmlns:a="http://schemas.openxmlformats.org/drawingml/2006/main">
            <a:off x="6148500" y="1847850"/>
            <a:ext cx="4562250" cy="3762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212B7-2576-49B1-9994-D7D257EE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NotebookLM에 보건복지부 노인주거복지시설 안내를 추가했습니다.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036BA-141D-4649-A85D-CFC31998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시설 유형을 구분하고 정보 출처를 남기는 방향으로 아이디어를 수집했습니다.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71919-4F35-401C-9F32-290D398D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미확인 항목은 미확인으로 남깁니다.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FB2CA-1D82-47BE-AA81-E5AFBEC1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출처: https://www.mohw.go.kr/menu.es?mid=a10712010500</a:t>
            </a:r>
          </a:p>
        </p:txBody>
      </p:sp>
    </p:spTree>
    <p:extLst>
      <p:ext uri="{BB962C8B-B14F-4D97-AF65-F5344CB8AC3E}">
        <p14:creationId xmlns:p14="http://schemas.microsoft.com/office/powerpoint/2010/main" val="24110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73AEB-C4FF-4D9D-82F9-4896820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05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29B4F-A300-471A-B553-84DD835A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시설 유형과 상담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0AFDD-12CB-4DD2-89B1-2031D105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노인주거복지시설 안내에는 양로시설, 노인공동생활가정, 노인복지주택이 구분돼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E2A6D-F290-4468-BDC3-9D863BAA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개별 시설의 법적 유형과 입주 조건은 공식 안내와 시설 상담에서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696A0-F016-476B-A1FA-7E3B3033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앱은 입주 자격이나 의료 필요성을 판정하지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BF608-FBB4-4F4E-8427-B27FDD63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출처: 보건복지부 노인주거복지시설 안내</a:t>
            </a:r>
          </a:p>
        </p:txBody>
      </p:sp>
    </p:spTree>
    <p:extLst>
      <p:ext uri="{BB962C8B-B14F-4D97-AF65-F5344CB8AC3E}">
        <p14:creationId xmlns:p14="http://schemas.microsoft.com/office/powerpoint/2010/main" val="1964162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65058-ED39-4D09-8505-7E4F4D33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06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916A0-0D07-4A6E-AC72-683E76F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전국 17개 시도 탐색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6EE5F-AE22-49DD-A6BF-6A4D9C0768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375e25a9c4503"/>
          <a:stretch xmlns:a="http://schemas.openxmlformats.org/drawingml/2006/main"/>
        </p:blipFill>
        <p:spPr>
          <a:xfrm xmlns:a="http://schemas.openxmlformats.org/drawingml/2006/main">
            <a:off x="6149463" y="1847850"/>
            <a:ext cx="4560325" cy="3762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A00F5-5DD9-4CDD-AC30-CAAA7DD5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관심 지역을 선택하고 외부 지도·검색으로 후보를 찾아봅니다.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56129-356D-428B-9C25-A100BA47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외부 검색 링크임을 화면에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2104A-C23A-4665-831A-2EB1C87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검증된 전국 시설 DB를 탑재했다고 주장하지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82500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B65FD-B44C-4386-9DA6-C62F5A78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07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D4C9F-DD1C-4D5C-B018-46B05890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내 후보 직접 등록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09B35-FC6C-41C5-985B-BE62DD33D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ab133c8e54ad7"/>
          <a:stretch xmlns:a="http://schemas.openxmlformats.org/drawingml/2006/main"/>
        </p:blipFill>
        <p:spPr>
          <a:xfrm xmlns:a="http://schemas.openxmlformats.org/drawingml/2006/main">
            <a:off x="6149463" y="1847850"/>
            <a:ext cx="4560325" cy="3762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533C1-FCD1-4328-9BB0-6BA9549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시설명, 지역, 공식 주소와 확인일을 기록합니다.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AE7A8-0DAD-40BB-A458-C445BDED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상담으로 확인한 비용과 메모를 함께 저장합니다.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CFBAD-7076-4086-8061-0959266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확인하지 않은 비용은 비워 둡니다.</a:t>
            </a:r>
          </a:p>
        </p:txBody>
      </p:sp>
    </p:spTree>
    <p:extLst>
      <p:ext uri="{BB962C8B-B14F-4D97-AF65-F5344CB8AC3E}">
        <p14:creationId xmlns:p14="http://schemas.microsoft.com/office/powerpoint/2010/main" val="2058711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431F0-EA21-4D0C-B62E-AB23475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08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CBA72-8E57-465F-B506-DE0C5BCA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관심 목록과 세 곳 비교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62BE3-FF07-46E2-8558-CA3547E55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9c248fe9e4462"/>
          <a:stretch xmlns:a="http://schemas.openxmlformats.org/drawingml/2006/main"/>
        </p:blipFill>
        <p:spPr>
          <a:xfrm xmlns:a="http://schemas.openxmlformats.org/drawingml/2006/main">
            <a:off x="6149463" y="1847850"/>
            <a:ext cx="4560325" cy="3762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F0E6A-B902-49F9-8BB2-A586D3F8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후보를 관심 목록에 저장합니다.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64FD8-DCD3-44D3-9138-DD8B66D4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최대 3개를 선택해 같은 항목으로 비교합니다.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08705-7E6D-4E0C-A253-B8C601B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가상 체험 데이터는 실제 시설과 분리해서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783432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CA888-4D3C-4474-9A1A-6EB872E0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09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03854-B4FF-43E8-AF9A-EBFAC22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월 예산과 연간 지출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7B4A5-2222-4275-954B-B9D1D30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월 생활비 + 식비 + 기타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B0CBD-322C-4B76-9F08-4D34A2E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월 지출 × 12 = 연간 지출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997EA-7550-4321-A14C-2F33EA90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보증금은 월 지출과 별도로 표시합니다.</a:t>
            </a:r>
          </a:p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미확인은 무료 또는 0원이 아닙니다. 계산은 사용자 입력값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484076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56BA8-42AA-4C7B-A134-4BE30E0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10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80F29-C3DA-4FAA-9751-863B0E31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상담 체크리스트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39847-7422-49BD-A83A-6837C62D86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de3ef322344cf"/>
          <a:stretch xmlns:a="http://schemas.openxmlformats.org/drawingml/2006/main"/>
        </p:blipFill>
        <p:spPr>
          <a:xfrm xmlns:a="http://schemas.openxmlformats.org/drawingml/2006/main">
            <a:off x="6149463" y="1847850"/>
            <a:ext cx="4560325" cy="3762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9FC21-DE60-472B-AD04-5C84D477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식사 의무 조건과 추가 서비스 비용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5D353-840F-417F-A7AA-6D0D99E2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계약 해지 및 보증금 반환 조건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74607-E3C2-4C6A-9BBC-FF4329A1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생활 지원 범위와 필요 시 안내 절차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7A57B-830B-4E53-888D-96ACFBF9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방문 상담에서 확인한 내용을 체크하고 메모합니다.</a:t>
            </a:r>
          </a:p>
        </p:txBody>
      </p:sp>
    </p:spTree>
    <p:extLst>
      <p:ext uri="{BB962C8B-B14F-4D97-AF65-F5344CB8AC3E}">
        <p14:creationId xmlns:p14="http://schemas.microsoft.com/office/powerpoint/2010/main" val="1345659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87C2F-62BB-4F8D-9719-549B4F8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11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2DA1C-3489-4BC8-A008-520F8166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정적웹앱 구조와 저장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164D4-C4D0-4B17-B8C6-46A800E4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HTML·CSS·JavaScript로 브라우저에서 작동합니다.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4A181-A0AA-4D4A-9D9D-C1F1896E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localStorage는 현재 브라우저에 저장합니다.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4034C-CC47-4972-A28A-6F990E91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JSON 내보내기로 백업하고 가져오기로 옮깁니다.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F6B73-F94C-40E6-B2DC-B1098A21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기기 간 자동 동기화는 제공하지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49574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32CB2-D6E1-4FD8-BB2D-171ADE4C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12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9D546-1E3E-4FDD-B6D5-4799190A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시연과 GitHub Pages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F6670-35BE-48EE-9717-3AE8EC454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27fe48a16495f"/>
          <a:stretch xmlns:a="http://schemas.openxmlformats.org/drawingml/2006/main"/>
        </p:blipFill>
        <p:spPr>
          <a:xfrm xmlns:a="http://schemas.openxmlformats.org/drawingml/2006/main">
            <a:off x="6149463" y="1847850"/>
            <a:ext cx="4560325" cy="3762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453DE-1695-4D93-A724-7191F74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지역 선택, 후보 등록, 비교, 예산 정리, 상담 준비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CB6D1-9AC0-4873-ACBD-2831C1F9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GitHub README에 프로젝트 설명과 링크를 정리합니다.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56B25-9283-48E9-9A26-9A2E99A7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22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3F34"/>
                </a:solidFill>
                <a:latin typeface="Malgun Gothic"/>
                <a:ea typeface="Malgun Gothic"/>
                <a:cs typeface="Malgun Gothic"/>
              </a:rPr>
              <a:t>Pages 게시 소스는 main 브랜치의 루트입니다.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52DD5-91A8-438E-8E88-AEDD0339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REPO: https://github.com/junhyeok9679-arch/first-static-webapp</a:t>
            </a:r>
          </a:p>
          <a:p xmlns:a="http://schemas.openxmlformats.org/drawingml/2006/main">
            <a:pPr>
              <a:def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6C62"/>
                </a:solidFill>
                <a:latin typeface="Malgun Gothic"/>
                <a:ea typeface="Malgun Gothic"/>
                <a:cs typeface="Malgun Gothic"/>
              </a:rPr>
              <a:t>실행: https://junhyeok9679-arch.github.io/first-static-webapp/</a:t>
            </a:r>
          </a:p>
        </p:txBody>
      </p:sp>
    </p:spTree>
    <p:extLst>
      <p:ext uri="{BB962C8B-B14F-4D97-AF65-F5344CB8AC3E}">
        <p14:creationId xmlns:p14="http://schemas.microsoft.com/office/powerpoint/2010/main" val="2026355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83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253A9-5F8B-4015-A00D-D6227C14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388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rPr>
              <a:t>13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9CB21-3556-4FBC-AE57-35564229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3E8"/>
                </a:solidFill>
                <a:latin typeface="Malgun Gothic"/>
                <a:ea typeface="Malgun Gothic"/>
                <a:cs typeface="Malgun Gothic"/>
              </a:rPr>
              <a:t>향후 계획과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85D1F-D5D3-46D5-BAEE-F7B7352F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rPr>
              <a:t>실제 사용자 인터뷰로 탐색·상담 흐름을 검증합니다.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FE157-2CF2-4966-97EC-1E891EDA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rPr>
              <a:t>검증된 시설 데이터의 수집·갱신 체계를 후속 과제로 남깁니다.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E5440-086A-48C1-B45A-3A2F002A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7F3E8"/>
                </a:solidFill>
                <a:latin typeface="Malgun Gothic"/>
                <a:ea typeface="Malgun Gothic"/>
                <a:cs typeface="Malgun Gothic"/>
              </a:rPr>
              <a:t>기획 수집: NotebookLM · 코드 생성: Genspark · 검수·로컬 연결: Codex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71116-498C-4185-BA84-5C03E874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rPr>
              <a:t>공식 안내: https://www.mohw.go.kr/menu.es?mid=a10712010500</a:t>
            </a:r>
          </a:p>
          <a:p xmlns:a="http://schemas.openxmlformats.org/drawingml/2006/main">
            <a:pPr>
              <a:def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2CAB0"/>
                </a:solidFill>
                <a:latin typeface="Malgun Gothic"/>
                <a:ea typeface="Malgun Gothic"/>
                <a:cs typeface="Malgun Gothic"/>
              </a:rPr>
              <a:t>주거복지 확인 링크: https://www.myhome.go.kr/</a:t>
            </a:r>
          </a:p>
        </p:txBody>
      </p:sp>
    </p:spTree>
    <p:extLst>
      <p:ext uri="{BB962C8B-B14F-4D97-AF65-F5344CB8AC3E}">
        <p14:creationId xmlns:p14="http://schemas.microsoft.com/office/powerpoint/2010/main" val="1897022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2026-10-20T02:28:33.8180000Z</dcterms:created>
  <dcterms:modified xsi:type="dcterms:W3CDTF">2026-10-20T02:28:33.8180000Z</dcterms:modified>
</coreProperties>
</file>